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4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60A5FA">
              <a:alpha val="14901"/>
            </a:srgbClr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59436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Система онлайн доставки заказов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WPF · MVVM · EF Core · PostgreSQL · Яндекс Карты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Группа: 9/3-РПО-2023/1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256032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Calibri"/>
              <a:buNone/>
            </a:pPr>
            <a:r>
              <a:rPr b="1" i="0" lang="en-US" sz="280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 проекте</a:t>
            </a:r>
            <a:endParaRPr b="0" i="0" sz="28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748430" y="1339445"/>
            <a:ext cx="4114800" cy="749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3022" y="1494893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5388510" y="1412597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Управление доставкой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388510" y="1741781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Полный цикл от заказа до доставки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748430" y="2253845"/>
            <a:ext cx="4114800" cy="749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3022" y="2409293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388510" y="2326997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роли пользователей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388510" y="2656181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Клиент, диспетчер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48430" y="3168245"/>
            <a:ext cx="4114800" cy="749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3022" y="3323693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5388510" y="3241397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Яндекс Карты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88510" y="3570581"/>
            <a:ext cx="329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Маршруты и симуляция движения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50" y="1251399"/>
            <a:ext cx="4114801" cy="2854262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Архитектура приложения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57200" y="1005840"/>
            <a:ext cx="822960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94350" y="1051527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 (XAML / UserControl / Window)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1901952"/>
            <a:ext cx="822960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94350" y="1947678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2798064"/>
            <a:ext cx="8229600" cy="7132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94350" y="2843767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3694176"/>
            <a:ext cx="8229600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94350" y="3739903"/>
            <a:ext cx="4114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Repository  +  EF Core  +  PostgreSQL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0" y="4553712"/>
            <a:ext cx="2743200" cy="384048"/>
          </a:xfrm>
          <a:prstGeom prst="rect">
            <a:avLst/>
          </a:prstGeom>
          <a:solidFill>
            <a:srgbClr val="2433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0" y="4553712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DI — Microsoft.Extensions.DependencyInjection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Технологический стек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65790" y="1378402"/>
            <a:ext cx="2651700" cy="10791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365790" y="1378402"/>
            <a:ext cx="54900" cy="107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12094" y="1506418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C# / WPF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12094" y="1908754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Десктоп-приложение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3246150" y="1378402"/>
            <a:ext cx="2651700" cy="10791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3246150" y="1378402"/>
            <a:ext cx="54900" cy="1079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392454" y="1506418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MVVM + 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392454" y="1908754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Паттерн + контейнер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126510" y="1378402"/>
            <a:ext cx="2651700" cy="10791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126510" y="1378402"/>
            <a:ext cx="54900" cy="1079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272814" y="1506418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 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272814" y="1908754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ORM для 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5790" y="2676850"/>
            <a:ext cx="2651700" cy="10791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365790" y="2676850"/>
            <a:ext cx="54900" cy="1079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12094" y="2804866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12094" y="320720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246150" y="2676850"/>
            <a:ext cx="2651700" cy="10791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3246150" y="2676850"/>
            <a:ext cx="54900" cy="1079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392454" y="2804866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Яндекс Карты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392454" y="320720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Карты + маршруты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126510" y="2686000"/>
            <a:ext cx="2651700" cy="10791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126510" y="2686000"/>
            <a:ext cx="54900" cy="107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272814" y="2814016"/>
            <a:ext cx="2423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WebView2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286514" y="321635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Встроенный браузер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Клиентская часть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20040" y="960120"/>
            <a:ext cx="4069080" cy="2926080"/>
          </a:xfrm>
          <a:prstGeom prst="rect">
            <a:avLst/>
          </a:prstGeom>
          <a:solidFill>
            <a:srgbClr val="243357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60120"/>
            <a:ext cx="4069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4754880" y="960120"/>
            <a:ext cx="4069080" cy="2926080"/>
          </a:xfrm>
          <a:prstGeom prst="rect">
            <a:avLst/>
          </a:prstGeom>
          <a:solidFill>
            <a:srgbClr val="243357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60120"/>
            <a:ext cx="4069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320040" y="395020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Меню с категориями и корзиной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754880" y="395020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Оформление заказа с картой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425890" y="4375258"/>
            <a:ext cx="1920300" cy="34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425890" y="437525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Категории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574730" y="4375258"/>
            <a:ext cx="1920300" cy="34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3574730" y="437525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Корзина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723570" y="4375258"/>
            <a:ext cx="1920300" cy="34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723570" y="4375258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Адрес на карте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Диспетчерская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320040" y="960120"/>
            <a:ext cx="5303520" cy="374904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60120"/>
            <a:ext cx="5303520" cy="3749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11795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6309360" y="11430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Карта с курьерами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18653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6309360" y="18288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Назначение на заказ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2551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/>
          <p:nvPr/>
        </p:nvSpPr>
        <p:spPr>
          <a:xfrm>
            <a:off x="6309360" y="25146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Симуляция маршрута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2369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8"/>
          <p:cNvSpPr/>
          <p:nvPr/>
        </p:nvSpPr>
        <p:spPr>
          <a:xfrm>
            <a:off x="6309360" y="32004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Счётчики статусов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9227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6309360" y="3886200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Автообновление 30 сек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Журнал заказов и курьеры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20040" y="960120"/>
            <a:ext cx="4069080" cy="2834640"/>
          </a:xfrm>
          <a:prstGeom prst="rect">
            <a:avLst/>
          </a:prstGeom>
          <a:solidFill>
            <a:srgbClr val="243357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60120"/>
            <a:ext cx="406908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4754880" y="960120"/>
            <a:ext cx="4069080" cy="2834640"/>
          </a:xfrm>
          <a:prstGeom prst="rect">
            <a:avLst/>
          </a:prstGeom>
          <a:solidFill>
            <a:srgbClr val="243357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60120"/>
            <a:ext cx="406908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/>
          <p:nvPr/>
        </p:nvSpPr>
        <p:spPr>
          <a:xfrm>
            <a:off x="320040" y="385876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Журнал заказов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754880" y="385876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Список курьеров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Отслеживание доставки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14400"/>
            <a:ext cx="822960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/>
          <p:nvPr/>
        </p:nvSpPr>
        <p:spPr>
          <a:xfrm>
            <a:off x="457200" y="47365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Маршрут с отметками · Статус в реальном времени · 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Симуляция движения маршрута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База данных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8725" y="838895"/>
            <a:ext cx="6604196" cy="410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2563EB">
              <a:alpha val="16862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>
            <a:off x="457200" y="292608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Итоги практики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6952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2"/>
          <p:cNvSpPr/>
          <p:nvPr/>
        </p:nvSpPr>
        <p:spPr>
          <a:xfrm>
            <a:off x="850392" y="1851237"/>
            <a:ext cx="530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Реализовано десктоп-приложение WPF + MVVM + DI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8158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2"/>
          <p:cNvSpPr/>
          <p:nvPr/>
        </p:nvSpPr>
        <p:spPr>
          <a:xfrm>
            <a:off x="850392" y="2363301"/>
            <a:ext cx="530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Подключена PostgreSQL через EF Core с миграциями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93653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2"/>
          <p:cNvSpPr/>
          <p:nvPr/>
        </p:nvSpPr>
        <p:spPr>
          <a:xfrm>
            <a:off x="850392" y="2875365"/>
            <a:ext cx="530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Интегрированы Яндекс Карты с симуляцией маршрутов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0571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/>
          <p:nvPr/>
        </p:nvSpPr>
        <p:spPr>
          <a:xfrm>
            <a:off x="850392" y="3387429"/>
            <a:ext cx="530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Реализованы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роли: клиент, диспетчер, курьер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(в разработке)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